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925800" cy="8966200"/>
  <p:notesSz cx="15925800" cy="8966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819" y="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othe Alex" userId="244be4b946f742e2" providerId="LiveId" clId="{F55E738B-B995-4619-BD33-ED515C04ED02}"/>
    <pc:docChg chg="undo redo custSel modSld">
      <pc:chgData name="Noothe Alex" userId="244be4b946f742e2" providerId="LiveId" clId="{F55E738B-B995-4619-BD33-ED515C04ED02}" dt="2026-05-15T14:03:18.606" v="237" actId="1076"/>
      <pc:docMkLst>
        <pc:docMk/>
      </pc:docMkLst>
      <pc:sldChg chg="addSp modSp mod modTransition">
        <pc:chgData name="Noothe Alex" userId="244be4b946f742e2" providerId="LiveId" clId="{F55E738B-B995-4619-BD33-ED515C04ED02}" dt="2026-05-15T13:55:56.595" v="171" actId="113"/>
        <pc:sldMkLst>
          <pc:docMk/>
          <pc:sldMk cId="0" sldId="256"/>
        </pc:sldMkLst>
        <pc:spChg chg="add mod">
          <ac:chgData name="Noothe Alex" userId="244be4b946f742e2" providerId="LiveId" clId="{F55E738B-B995-4619-BD33-ED515C04ED02}" dt="2026-05-15T13:55:52.117" v="169" actId="113"/>
          <ac:spMkLst>
            <pc:docMk/>
            <pc:sldMk cId="0" sldId="256"/>
            <ac:spMk id="10" creationId="{44E22761-A4D5-6DA8-E6B5-A4CA07ACC51B}"/>
          </ac:spMkLst>
        </pc:spChg>
        <pc:spChg chg="add mod">
          <ac:chgData name="Noothe Alex" userId="244be4b946f742e2" providerId="LiveId" clId="{F55E738B-B995-4619-BD33-ED515C04ED02}" dt="2026-05-15T13:55:54.975" v="170" actId="113"/>
          <ac:spMkLst>
            <pc:docMk/>
            <pc:sldMk cId="0" sldId="256"/>
            <ac:spMk id="11" creationId="{1FD9BA1C-DE19-65B7-E247-A395E72E98A7}"/>
          </ac:spMkLst>
        </pc:spChg>
        <pc:spChg chg="add mod">
          <ac:chgData name="Noothe Alex" userId="244be4b946f742e2" providerId="LiveId" clId="{F55E738B-B995-4619-BD33-ED515C04ED02}" dt="2026-05-15T13:55:56.595" v="171" actId="113"/>
          <ac:spMkLst>
            <pc:docMk/>
            <pc:sldMk cId="0" sldId="256"/>
            <ac:spMk id="12" creationId="{49F3D74C-AA2E-33CF-67AA-83DC8E26FB77}"/>
          </ac:spMkLst>
        </pc:spChg>
        <pc:picChg chg="add mod">
          <ac:chgData name="Noothe Alex" userId="244be4b946f742e2" providerId="LiveId" clId="{F55E738B-B995-4619-BD33-ED515C04ED02}" dt="2026-05-15T13:46:05.873" v="2" actId="1076"/>
          <ac:picMkLst>
            <pc:docMk/>
            <pc:sldMk cId="0" sldId="256"/>
            <ac:picMk id="3" creationId="{9925941C-0360-A484-8976-0C2377CE5001}"/>
          </ac:picMkLst>
        </pc:picChg>
        <pc:picChg chg="add mod">
          <ac:chgData name="Noothe Alex" userId="244be4b946f742e2" providerId="LiveId" clId="{F55E738B-B995-4619-BD33-ED515C04ED02}" dt="2026-05-15T13:51:02.914" v="53" actId="14100"/>
          <ac:picMkLst>
            <pc:docMk/>
            <pc:sldMk cId="0" sldId="256"/>
            <ac:picMk id="4" creationId="{7FFB9D03-6F98-0509-64E5-BECD9E454B9A}"/>
          </ac:picMkLst>
        </pc:picChg>
        <pc:picChg chg="add mod">
          <ac:chgData name="Noothe Alex" userId="244be4b946f742e2" providerId="LiveId" clId="{F55E738B-B995-4619-BD33-ED515C04ED02}" dt="2026-05-15T13:47:19.891" v="10" actId="1076"/>
          <ac:picMkLst>
            <pc:docMk/>
            <pc:sldMk cId="0" sldId="256"/>
            <ac:picMk id="5" creationId="{0004DBE6-5539-9108-EB8F-3617735152A2}"/>
          </ac:picMkLst>
        </pc:picChg>
        <pc:picChg chg="add mod">
          <ac:chgData name="Noothe Alex" userId="244be4b946f742e2" providerId="LiveId" clId="{F55E738B-B995-4619-BD33-ED515C04ED02}" dt="2026-05-15T13:49:58.865" v="43" actId="1076"/>
          <ac:picMkLst>
            <pc:docMk/>
            <pc:sldMk cId="0" sldId="256"/>
            <ac:picMk id="6" creationId="{69EF4CC9-48E7-1785-BB07-4523F9FAF6AA}"/>
          </ac:picMkLst>
        </pc:picChg>
        <pc:picChg chg="add mod">
          <ac:chgData name="Noothe Alex" userId="244be4b946f742e2" providerId="LiveId" clId="{F55E738B-B995-4619-BD33-ED515C04ED02}" dt="2026-05-15T13:51:15.203" v="57" actId="14100"/>
          <ac:picMkLst>
            <pc:docMk/>
            <pc:sldMk cId="0" sldId="256"/>
            <ac:picMk id="7" creationId="{5CB54D3C-1C71-3606-C228-FCB39D5126AB}"/>
          </ac:picMkLst>
        </pc:picChg>
        <pc:picChg chg="add mod">
          <ac:chgData name="Noothe Alex" userId="244be4b946f742e2" providerId="LiveId" clId="{F55E738B-B995-4619-BD33-ED515C04ED02}" dt="2026-05-15T13:51:18.489" v="59" actId="1076"/>
          <ac:picMkLst>
            <pc:docMk/>
            <pc:sldMk cId="0" sldId="256"/>
            <ac:picMk id="8" creationId="{07BBE5F2-921C-577B-A4C8-C80129A5EDE6}"/>
          </ac:picMkLst>
        </pc:picChg>
        <pc:picChg chg="add mod">
          <ac:chgData name="Noothe Alex" userId="244be4b946f742e2" providerId="LiveId" clId="{F55E738B-B995-4619-BD33-ED515C04ED02}" dt="2026-05-15T13:51:22.872" v="62" actId="14100"/>
          <ac:picMkLst>
            <pc:docMk/>
            <pc:sldMk cId="0" sldId="256"/>
            <ac:picMk id="9" creationId="{23F6DD74-8886-588A-211A-8697E9B0145C}"/>
          </ac:picMkLst>
        </pc:picChg>
      </pc:sldChg>
      <pc:sldChg chg="addSp modSp mod">
        <pc:chgData name="Noothe Alex" userId="244be4b946f742e2" providerId="LiveId" clId="{F55E738B-B995-4619-BD33-ED515C04ED02}" dt="2026-05-15T13:49:49.329" v="41" actId="14100"/>
        <pc:sldMkLst>
          <pc:docMk/>
          <pc:sldMk cId="0" sldId="257"/>
        </pc:sldMkLst>
        <pc:picChg chg="mod">
          <ac:chgData name="Noothe Alex" userId="244be4b946f742e2" providerId="LiveId" clId="{F55E738B-B995-4619-BD33-ED515C04ED02}" dt="2026-05-15T13:49:14.826" v="24" actId="1076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Noothe Alex" userId="244be4b946f742e2" providerId="LiveId" clId="{F55E738B-B995-4619-BD33-ED515C04ED02}" dt="2026-05-15T13:47:38.314" v="13" actId="14100"/>
          <ac:picMkLst>
            <pc:docMk/>
            <pc:sldMk cId="0" sldId="257"/>
            <ac:picMk id="3" creationId="{86246948-FADC-7337-8B0A-0FBABB6F69D9}"/>
          </ac:picMkLst>
        </pc:picChg>
        <pc:picChg chg="add mod">
          <ac:chgData name="Noothe Alex" userId="244be4b946f742e2" providerId="LiveId" clId="{F55E738B-B995-4619-BD33-ED515C04ED02}" dt="2026-05-15T13:49:06.892" v="21" actId="1076"/>
          <ac:picMkLst>
            <pc:docMk/>
            <pc:sldMk cId="0" sldId="257"/>
            <ac:picMk id="4" creationId="{6CBBCF38-CDB8-B048-5241-B48817BD6726}"/>
          </ac:picMkLst>
        </pc:picChg>
        <pc:picChg chg="add mod">
          <ac:chgData name="Noothe Alex" userId="244be4b946f742e2" providerId="LiveId" clId="{F55E738B-B995-4619-BD33-ED515C04ED02}" dt="2026-05-15T13:49:33.987" v="33" actId="1076"/>
          <ac:picMkLst>
            <pc:docMk/>
            <pc:sldMk cId="0" sldId="257"/>
            <ac:picMk id="5" creationId="{A673936C-5D80-8814-E4E5-C233FD9AE0DF}"/>
          </ac:picMkLst>
        </pc:picChg>
        <pc:picChg chg="add mod">
          <ac:chgData name="Noothe Alex" userId="244be4b946f742e2" providerId="LiveId" clId="{F55E738B-B995-4619-BD33-ED515C04ED02}" dt="2026-05-15T13:49:37.756" v="34" actId="1076"/>
          <ac:picMkLst>
            <pc:docMk/>
            <pc:sldMk cId="0" sldId="257"/>
            <ac:picMk id="6" creationId="{E12B1C1B-55F7-194E-3258-2AF709603573}"/>
          </ac:picMkLst>
        </pc:picChg>
        <pc:picChg chg="add mod">
          <ac:chgData name="Noothe Alex" userId="244be4b946f742e2" providerId="LiveId" clId="{F55E738B-B995-4619-BD33-ED515C04ED02}" dt="2026-05-15T13:49:44.425" v="38" actId="14100"/>
          <ac:picMkLst>
            <pc:docMk/>
            <pc:sldMk cId="0" sldId="257"/>
            <ac:picMk id="7" creationId="{EAF99369-AAAD-7C55-EBFA-C2CB29DEBDF9}"/>
          </ac:picMkLst>
        </pc:picChg>
        <pc:picChg chg="add mod">
          <ac:chgData name="Noothe Alex" userId="244be4b946f742e2" providerId="LiveId" clId="{F55E738B-B995-4619-BD33-ED515C04ED02}" dt="2026-05-15T13:49:49.329" v="41" actId="14100"/>
          <ac:picMkLst>
            <pc:docMk/>
            <pc:sldMk cId="0" sldId="257"/>
            <ac:picMk id="8" creationId="{9FFA408A-A727-C64B-99B2-91CD741F38B0}"/>
          </ac:picMkLst>
        </pc:picChg>
      </pc:sldChg>
      <pc:sldChg chg="addSp modSp mod">
        <pc:chgData name="Noothe Alex" userId="244be4b946f742e2" providerId="LiveId" clId="{F55E738B-B995-4619-BD33-ED515C04ED02}" dt="2026-05-15T13:54:16.978" v="119" actId="14100"/>
        <pc:sldMkLst>
          <pc:docMk/>
          <pc:sldMk cId="0" sldId="258"/>
        </pc:sldMkLst>
        <pc:picChg chg="add mod">
          <ac:chgData name="Noothe Alex" userId="244be4b946f742e2" providerId="LiveId" clId="{F55E738B-B995-4619-BD33-ED515C04ED02}" dt="2026-05-15T13:47:40.856" v="14"/>
          <ac:picMkLst>
            <pc:docMk/>
            <pc:sldMk cId="0" sldId="258"/>
            <ac:picMk id="3" creationId="{A2DC6182-B84A-AABC-5D72-A44E2B6D40B7}"/>
          </ac:picMkLst>
        </pc:picChg>
        <pc:picChg chg="add mod">
          <ac:chgData name="Noothe Alex" userId="244be4b946f742e2" providerId="LiveId" clId="{F55E738B-B995-4619-BD33-ED515C04ED02}" dt="2026-05-15T13:50:32.028" v="44"/>
          <ac:picMkLst>
            <pc:docMk/>
            <pc:sldMk cId="0" sldId="258"/>
            <ac:picMk id="4" creationId="{8B1572E0-1E31-4349-BA25-F68D72473288}"/>
          </ac:picMkLst>
        </pc:picChg>
        <pc:picChg chg="add mod">
          <ac:chgData name="Noothe Alex" userId="244be4b946f742e2" providerId="LiveId" clId="{F55E738B-B995-4619-BD33-ED515C04ED02}" dt="2026-05-15T13:54:06.388" v="115" actId="14100"/>
          <ac:picMkLst>
            <pc:docMk/>
            <pc:sldMk cId="0" sldId="258"/>
            <ac:picMk id="5" creationId="{CE4DDC24-2002-FB53-37D8-083E9BC17874}"/>
          </ac:picMkLst>
        </pc:picChg>
        <pc:picChg chg="add mod">
          <ac:chgData name="Noothe Alex" userId="244be4b946f742e2" providerId="LiveId" clId="{F55E738B-B995-4619-BD33-ED515C04ED02}" dt="2026-05-15T13:54:16.978" v="119" actId="14100"/>
          <ac:picMkLst>
            <pc:docMk/>
            <pc:sldMk cId="0" sldId="258"/>
            <ac:picMk id="6" creationId="{CC9231D3-BDF0-96D9-F674-16A58558DFD0}"/>
          </ac:picMkLst>
        </pc:picChg>
      </pc:sldChg>
      <pc:sldChg chg="addSp delSp modSp mod">
        <pc:chgData name="Noothe Alex" userId="244be4b946f742e2" providerId="LiveId" clId="{F55E738B-B995-4619-BD33-ED515C04ED02}" dt="2026-05-15T14:03:18.606" v="237" actId="1076"/>
        <pc:sldMkLst>
          <pc:docMk/>
          <pc:sldMk cId="0" sldId="259"/>
        </pc:sldMkLst>
        <pc:picChg chg="mod">
          <ac:chgData name="Noothe Alex" userId="244be4b946f742e2" providerId="LiveId" clId="{F55E738B-B995-4619-BD33-ED515C04ED02}" dt="2026-05-15T13:47:51.645" v="18" actId="1076"/>
          <ac:picMkLst>
            <pc:docMk/>
            <pc:sldMk cId="0" sldId="259"/>
            <ac:picMk id="3" creationId="{00000000-0000-0000-0000-000000000000}"/>
          </ac:picMkLst>
        </pc:picChg>
        <pc:picChg chg="add del mod">
          <ac:chgData name="Noothe Alex" userId="244be4b946f742e2" providerId="LiveId" clId="{F55E738B-B995-4619-BD33-ED515C04ED02}" dt="2026-05-15T13:47:54.946" v="19" actId="478"/>
          <ac:picMkLst>
            <pc:docMk/>
            <pc:sldMk cId="0" sldId="259"/>
            <ac:picMk id="17" creationId="{DAAE32C3-E2AF-2B80-2FF8-BAB1A4CF8710}"/>
          </ac:picMkLst>
        </pc:picChg>
        <pc:picChg chg="add mod">
          <ac:chgData name="Noothe Alex" userId="244be4b946f742e2" providerId="LiveId" clId="{F55E738B-B995-4619-BD33-ED515C04ED02}" dt="2026-05-15T13:50:37.839" v="47" actId="14100"/>
          <ac:picMkLst>
            <pc:docMk/>
            <pc:sldMk cId="0" sldId="259"/>
            <ac:picMk id="18" creationId="{F7A91777-AB13-3A61-48C4-95A834D0024C}"/>
          </ac:picMkLst>
        </pc:picChg>
        <pc:picChg chg="add mod">
          <ac:chgData name="Noothe Alex" userId="244be4b946f742e2" providerId="LiveId" clId="{F55E738B-B995-4619-BD33-ED515C04ED02}" dt="2026-05-15T13:51:43.155" v="65" actId="14100"/>
          <ac:picMkLst>
            <pc:docMk/>
            <pc:sldMk cId="0" sldId="259"/>
            <ac:picMk id="19" creationId="{AFCE402C-1630-CB25-E0BC-EF5CE0233F2A}"/>
          </ac:picMkLst>
        </pc:picChg>
        <pc:picChg chg="add mod">
          <ac:chgData name="Noothe Alex" userId="244be4b946f742e2" providerId="LiveId" clId="{F55E738B-B995-4619-BD33-ED515C04ED02}" dt="2026-05-15T13:53:32.710" v="103" actId="14100"/>
          <ac:picMkLst>
            <pc:docMk/>
            <pc:sldMk cId="0" sldId="259"/>
            <ac:picMk id="20" creationId="{29C5FC59-66EF-7101-0B8D-4D3E63F62740}"/>
          </ac:picMkLst>
        </pc:picChg>
        <pc:picChg chg="add">
          <ac:chgData name="Noothe Alex" userId="244be4b946f742e2" providerId="LiveId" clId="{F55E738B-B995-4619-BD33-ED515C04ED02}" dt="2026-05-15T13:53:33.336" v="104"/>
          <ac:picMkLst>
            <pc:docMk/>
            <pc:sldMk cId="0" sldId="259"/>
            <ac:picMk id="21" creationId="{9FC4E123-5A83-AECA-12D0-F73672DAC792}"/>
          </ac:picMkLst>
        </pc:picChg>
        <pc:picChg chg="add mod">
          <ac:chgData name="Noothe Alex" userId="244be4b946f742e2" providerId="LiveId" clId="{F55E738B-B995-4619-BD33-ED515C04ED02}" dt="2026-05-15T13:53:49.726" v="108" actId="14100"/>
          <ac:picMkLst>
            <pc:docMk/>
            <pc:sldMk cId="0" sldId="259"/>
            <ac:picMk id="22" creationId="{8592FB2A-EEE4-4B6D-C0A2-31F05C665513}"/>
          </ac:picMkLst>
        </pc:picChg>
        <pc:picChg chg="add mod">
          <ac:chgData name="Noothe Alex" userId="244be4b946f742e2" providerId="LiveId" clId="{F55E738B-B995-4619-BD33-ED515C04ED02}" dt="2026-05-15T13:53:58.028" v="112" actId="14100"/>
          <ac:picMkLst>
            <pc:docMk/>
            <pc:sldMk cId="0" sldId="259"/>
            <ac:picMk id="23" creationId="{17D87957-518A-110D-7E16-AACC496282A9}"/>
          </ac:picMkLst>
        </pc:picChg>
        <pc:picChg chg="add mod">
          <ac:chgData name="Noothe Alex" userId="244be4b946f742e2" providerId="LiveId" clId="{F55E738B-B995-4619-BD33-ED515C04ED02}" dt="2026-05-15T13:56:46.885" v="177" actId="1076"/>
          <ac:picMkLst>
            <pc:docMk/>
            <pc:sldMk cId="0" sldId="259"/>
            <ac:picMk id="24" creationId="{9187F514-689F-A4D1-F54A-F60B45242641}"/>
          </ac:picMkLst>
        </pc:picChg>
        <pc:picChg chg="add mod">
          <ac:chgData name="Noothe Alex" userId="244be4b946f742e2" providerId="LiveId" clId="{F55E738B-B995-4619-BD33-ED515C04ED02}" dt="2026-05-15T14:03:18.606" v="237" actId="1076"/>
          <ac:picMkLst>
            <pc:docMk/>
            <pc:sldMk cId="0" sldId="259"/>
            <ac:picMk id="25" creationId="{63EC5E04-F323-63CD-9AE2-7A5BA9FEEA2A}"/>
          </ac:picMkLst>
        </pc:picChg>
      </pc:sldChg>
      <pc:sldChg chg="addSp modSp mod">
        <pc:chgData name="Noothe Alex" userId="244be4b946f742e2" providerId="LiveId" clId="{F55E738B-B995-4619-BD33-ED515C04ED02}" dt="2026-05-15T13:52:59.736" v="94" actId="14100"/>
        <pc:sldMkLst>
          <pc:docMk/>
          <pc:sldMk cId="0" sldId="260"/>
        </pc:sldMkLst>
        <pc:picChg chg="add mod">
          <ac:chgData name="Noothe Alex" userId="244be4b946f742e2" providerId="LiveId" clId="{F55E738B-B995-4619-BD33-ED515C04ED02}" dt="2026-05-15T13:50:44.757" v="50" actId="14100"/>
          <ac:picMkLst>
            <pc:docMk/>
            <pc:sldMk cId="0" sldId="260"/>
            <ac:picMk id="3" creationId="{AAF23A88-0869-9576-0CAE-167DC3F57762}"/>
          </ac:picMkLst>
        </pc:picChg>
        <pc:picChg chg="add mod">
          <ac:chgData name="Noothe Alex" userId="244be4b946f742e2" providerId="LiveId" clId="{F55E738B-B995-4619-BD33-ED515C04ED02}" dt="2026-05-15T13:50:51.975" v="52" actId="1076"/>
          <ac:picMkLst>
            <pc:docMk/>
            <pc:sldMk cId="0" sldId="260"/>
            <ac:picMk id="4" creationId="{09B372EF-7803-9A57-C01A-A68F87C7836E}"/>
          </ac:picMkLst>
        </pc:picChg>
        <pc:picChg chg="add mod">
          <ac:chgData name="Noothe Alex" userId="244be4b946f742e2" providerId="LiveId" clId="{F55E738B-B995-4619-BD33-ED515C04ED02}" dt="2026-05-15T13:51:49.610" v="67" actId="14100"/>
          <ac:picMkLst>
            <pc:docMk/>
            <pc:sldMk cId="0" sldId="260"/>
            <ac:picMk id="5" creationId="{30F2E2F6-798C-63F2-2F39-7F14E4A9EE7C}"/>
          </ac:picMkLst>
        </pc:picChg>
        <pc:picChg chg="add mod">
          <ac:chgData name="Noothe Alex" userId="244be4b946f742e2" providerId="LiveId" clId="{F55E738B-B995-4619-BD33-ED515C04ED02}" dt="2026-05-15T13:52:50.196" v="90" actId="14100"/>
          <ac:picMkLst>
            <pc:docMk/>
            <pc:sldMk cId="0" sldId="260"/>
            <ac:picMk id="6" creationId="{CBD235D9-6BC9-8BD7-3B50-CD9E04F2F3E0}"/>
          </ac:picMkLst>
        </pc:picChg>
        <pc:picChg chg="add mod">
          <ac:chgData name="Noothe Alex" userId="244be4b946f742e2" providerId="LiveId" clId="{F55E738B-B995-4619-BD33-ED515C04ED02}" dt="2026-05-15T13:52:59.736" v="94" actId="14100"/>
          <ac:picMkLst>
            <pc:docMk/>
            <pc:sldMk cId="0" sldId="260"/>
            <ac:picMk id="7" creationId="{7B82181B-B333-9487-C0A9-02F3BDA9BBE7}"/>
          </ac:picMkLst>
        </pc:picChg>
      </pc:sldChg>
      <pc:sldChg chg="addSp modSp mod">
        <pc:chgData name="Noothe Alex" userId="244be4b946f742e2" providerId="LiveId" clId="{F55E738B-B995-4619-BD33-ED515C04ED02}" dt="2026-05-15T13:59:07.771" v="198" actId="1076"/>
        <pc:sldMkLst>
          <pc:docMk/>
          <pc:sldMk cId="0" sldId="261"/>
        </pc:sldMkLst>
        <pc:picChg chg="add mod">
          <ac:chgData name="Noothe Alex" userId="244be4b946f742e2" providerId="LiveId" clId="{F55E738B-B995-4619-BD33-ED515C04ED02}" dt="2026-05-15T13:51:55.907" v="69" actId="14100"/>
          <ac:picMkLst>
            <pc:docMk/>
            <pc:sldMk cId="0" sldId="261"/>
            <ac:picMk id="15" creationId="{D09D7FB2-7A11-5AB2-6298-EE544A8EEC28}"/>
          </ac:picMkLst>
        </pc:picChg>
        <pc:picChg chg="add mod">
          <ac:chgData name="Noothe Alex" userId="244be4b946f742e2" providerId="LiveId" clId="{F55E738B-B995-4619-BD33-ED515C04ED02}" dt="2026-05-15T13:52:34.747" v="83" actId="14100"/>
          <ac:picMkLst>
            <pc:docMk/>
            <pc:sldMk cId="0" sldId="261"/>
            <ac:picMk id="16" creationId="{9D13E045-80A2-3E9D-BC25-5239E06B0973}"/>
          </ac:picMkLst>
        </pc:picChg>
        <pc:picChg chg="add mod">
          <ac:chgData name="Noothe Alex" userId="244be4b946f742e2" providerId="LiveId" clId="{F55E738B-B995-4619-BD33-ED515C04ED02}" dt="2026-05-15T13:52:42.958" v="87" actId="14100"/>
          <ac:picMkLst>
            <pc:docMk/>
            <pc:sldMk cId="0" sldId="261"/>
            <ac:picMk id="17" creationId="{F8C6D149-F672-26EA-C9A0-0D1747A7C0C9}"/>
          </ac:picMkLst>
        </pc:picChg>
        <pc:picChg chg="add mod">
          <ac:chgData name="Noothe Alex" userId="244be4b946f742e2" providerId="LiveId" clId="{F55E738B-B995-4619-BD33-ED515C04ED02}" dt="2026-05-15T13:57:12.586" v="178"/>
          <ac:picMkLst>
            <pc:docMk/>
            <pc:sldMk cId="0" sldId="261"/>
            <ac:picMk id="18" creationId="{F960B804-81E9-79E6-890D-EAE2F61DA7E2}"/>
          </ac:picMkLst>
        </pc:picChg>
        <pc:picChg chg="add mod">
          <ac:chgData name="Noothe Alex" userId="244be4b946f742e2" providerId="LiveId" clId="{F55E738B-B995-4619-BD33-ED515C04ED02}" dt="2026-05-15T13:57:49.816" v="184" actId="14100"/>
          <ac:picMkLst>
            <pc:docMk/>
            <pc:sldMk cId="0" sldId="261"/>
            <ac:picMk id="19" creationId="{AEF8F077-30CD-BB50-7603-BB5B1EDB4733}"/>
          </ac:picMkLst>
        </pc:picChg>
        <pc:picChg chg="add mod">
          <ac:chgData name="Noothe Alex" userId="244be4b946f742e2" providerId="LiveId" clId="{F55E738B-B995-4619-BD33-ED515C04ED02}" dt="2026-05-15T13:58:32.539" v="191" actId="1076"/>
          <ac:picMkLst>
            <pc:docMk/>
            <pc:sldMk cId="0" sldId="261"/>
            <ac:picMk id="20" creationId="{D454A653-4C69-DC55-C78A-08D6868F14E2}"/>
          </ac:picMkLst>
        </pc:picChg>
        <pc:picChg chg="add mod">
          <ac:chgData name="Noothe Alex" userId="244be4b946f742e2" providerId="LiveId" clId="{F55E738B-B995-4619-BD33-ED515C04ED02}" dt="2026-05-15T13:58:52.929" v="196" actId="14100"/>
          <ac:picMkLst>
            <pc:docMk/>
            <pc:sldMk cId="0" sldId="261"/>
            <ac:picMk id="21" creationId="{70EBD412-6D98-11B4-D5F4-4687BDBDF6BC}"/>
          </ac:picMkLst>
        </pc:picChg>
        <pc:picChg chg="add mod">
          <ac:chgData name="Noothe Alex" userId="244be4b946f742e2" providerId="LiveId" clId="{F55E738B-B995-4619-BD33-ED515C04ED02}" dt="2026-05-15T13:59:07.771" v="198" actId="1076"/>
          <ac:picMkLst>
            <pc:docMk/>
            <pc:sldMk cId="0" sldId="261"/>
            <ac:picMk id="22" creationId="{F72E683C-E82C-F2BD-E0CE-7325D990EDD3}"/>
          </ac:picMkLst>
        </pc:picChg>
      </pc:sldChg>
      <pc:sldChg chg="addSp delSp modSp mod">
        <pc:chgData name="Noothe Alex" userId="244be4b946f742e2" providerId="LiveId" clId="{F55E738B-B995-4619-BD33-ED515C04ED02}" dt="2026-05-15T14:02:27.137" v="229" actId="1076"/>
        <pc:sldMkLst>
          <pc:docMk/>
          <pc:sldMk cId="0" sldId="262"/>
        </pc:sldMkLst>
        <pc:picChg chg="add mod">
          <ac:chgData name="Noothe Alex" userId="244be4b946f742e2" providerId="LiveId" clId="{F55E738B-B995-4619-BD33-ED515C04ED02}" dt="2026-05-15T13:52:12.146" v="72" actId="14100"/>
          <ac:picMkLst>
            <pc:docMk/>
            <pc:sldMk cId="0" sldId="262"/>
            <ac:picMk id="3" creationId="{24826FF8-A122-2DE1-2502-A01FB056A696}"/>
          </ac:picMkLst>
        </pc:picChg>
        <pc:picChg chg="add mod">
          <ac:chgData name="Noothe Alex" userId="244be4b946f742e2" providerId="LiveId" clId="{F55E738B-B995-4619-BD33-ED515C04ED02}" dt="2026-05-15T13:52:13.917" v="73"/>
          <ac:picMkLst>
            <pc:docMk/>
            <pc:sldMk cId="0" sldId="262"/>
            <ac:picMk id="4" creationId="{02B29199-B394-082D-16A9-DF56DF3AD6FD}"/>
          </ac:picMkLst>
        </pc:picChg>
        <pc:picChg chg="add mod">
          <ac:chgData name="Noothe Alex" userId="244be4b946f742e2" providerId="LiveId" clId="{F55E738B-B995-4619-BD33-ED515C04ED02}" dt="2026-05-15T13:52:24.617" v="77" actId="14100"/>
          <ac:picMkLst>
            <pc:docMk/>
            <pc:sldMk cId="0" sldId="262"/>
            <ac:picMk id="5" creationId="{026F6AAA-AD31-C588-EBEE-77BDAFBDD7AF}"/>
          </ac:picMkLst>
        </pc:picChg>
        <pc:picChg chg="add mod">
          <ac:chgData name="Noothe Alex" userId="244be4b946f742e2" providerId="LiveId" clId="{F55E738B-B995-4619-BD33-ED515C04ED02}" dt="2026-05-15T13:52:28.680" v="80" actId="14100"/>
          <ac:picMkLst>
            <pc:docMk/>
            <pc:sldMk cId="0" sldId="262"/>
            <ac:picMk id="6" creationId="{4ACA1B7C-012E-0B8E-9687-5D48F2AF437D}"/>
          </ac:picMkLst>
        </pc:picChg>
        <pc:picChg chg="add mod">
          <ac:chgData name="Noothe Alex" userId="244be4b946f742e2" providerId="LiveId" clId="{F55E738B-B995-4619-BD33-ED515C04ED02}" dt="2026-05-15T13:57:21.995" v="181" actId="14100"/>
          <ac:picMkLst>
            <pc:docMk/>
            <pc:sldMk cId="0" sldId="262"/>
            <ac:picMk id="7" creationId="{ED9E492C-7C6A-8370-359A-15608E9AD008}"/>
          </ac:picMkLst>
        </pc:picChg>
        <pc:picChg chg="add mod">
          <ac:chgData name="Noothe Alex" userId="244be4b946f742e2" providerId="LiveId" clId="{F55E738B-B995-4619-BD33-ED515C04ED02}" dt="2026-05-15T13:59:20.721" v="200" actId="1076"/>
          <ac:picMkLst>
            <pc:docMk/>
            <pc:sldMk cId="0" sldId="262"/>
            <ac:picMk id="8" creationId="{1BCB7B14-47F2-B695-3091-E53AEB82D14E}"/>
          </ac:picMkLst>
        </pc:picChg>
        <pc:picChg chg="add mod">
          <ac:chgData name="Noothe Alex" userId="244be4b946f742e2" providerId="LiveId" clId="{F55E738B-B995-4619-BD33-ED515C04ED02}" dt="2026-05-15T14:00:12.333" v="209" actId="1076"/>
          <ac:picMkLst>
            <pc:docMk/>
            <pc:sldMk cId="0" sldId="262"/>
            <ac:picMk id="9" creationId="{58EF6358-1DA1-CB07-497A-A44D69B6B9CA}"/>
          </ac:picMkLst>
        </pc:picChg>
        <pc:picChg chg="add mod">
          <ac:chgData name="Noothe Alex" userId="244be4b946f742e2" providerId="LiveId" clId="{F55E738B-B995-4619-BD33-ED515C04ED02}" dt="2026-05-15T14:00:35.321" v="214" actId="14100"/>
          <ac:picMkLst>
            <pc:docMk/>
            <pc:sldMk cId="0" sldId="262"/>
            <ac:picMk id="10" creationId="{D9263667-CDEC-E5E4-3801-1814943F1BA2}"/>
          </ac:picMkLst>
        </pc:picChg>
        <pc:picChg chg="add mod">
          <ac:chgData name="Noothe Alex" userId="244be4b946f742e2" providerId="LiveId" clId="{F55E738B-B995-4619-BD33-ED515C04ED02}" dt="2026-05-15T14:00:45.889" v="216" actId="1076"/>
          <ac:picMkLst>
            <pc:docMk/>
            <pc:sldMk cId="0" sldId="262"/>
            <ac:picMk id="11" creationId="{0D8763D8-0BF9-8BA3-064B-B040009E5DAE}"/>
          </ac:picMkLst>
        </pc:picChg>
        <pc:picChg chg="add del mod">
          <ac:chgData name="Noothe Alex" userId="244be4b946f742e2" providerId="LiveId" clId="{F55E738B-B995-4619-BD33-ED515C04ED02}" dt="2026-05-15T14:02:05.516" v="224" actId="478"/>
          <ac:picMkLst>
            <pc:docMk/>
            <pc:sldMk cId="0" sldId="262"/>
            <ac:picMk id="12" creationId="{E8925714-0774-04BF-AE7F-BF9BD6A20672}"/>
          </ac:picMkLst>
        </pc:picChg>
        <pc:picChg chg="add mod">
          <ac:chgData name="Noothe Alex" userId="244be4b946f742e2" providerId="LiveId" clId="{F55E738B-B995-4619-BD33-ED515C04ED02}" dt="2026-05-15T14:02:20.333" v="227" actId="14100"/>
          <ac:picMkLst>
            <pc:docMk/>
            <pc:sldMk cId="0" sldId="262"/>
            <ac:picMk id="13" creationId="{0F266B29-2A00-6799-4939-4D4B9B77E1CA}"/>
          </ac:picMkLst>
        </pc:picChg>
        <pc:picChg chg="add mod">
          <ac:chgData name="Noothe Alex" userId="244be4b946f742e2" providerId="LiveId" clId="{F55E738B-B995-4619-BD33-ED515C04ED02}" dt="2026-05-15T14:02:27.137" v="229" actId="1076"/>
          <ac:picMkLst>
            <pc:docMk/>
            <pc:sldMk cId="0" sldId="262"/>
            <ac:picMk id="14" creationId="{AA8F1199-BB7E-1351-F8AB-E5740643858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94435" y="2779522"/>
            <a:ext cx="13536930" cy="18829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13366B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88870" y="5021072"/>
            <a:ext cx="11148060" cy="224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13366B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13366B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96290" y="2062226"/>
            <a:ext cx="6927723" cy="59176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201787" y="2062226"/>
            <a:ext cx="6927723" cy="59176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13366B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5603" y="1299633"/>
            <a:ext cx="6142355" cy="850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13366B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6290" y="2062226"/>
            <a:ext cx="14333220" cy="59176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14772" y="8338566"/>
            <a:ext cx="5096256" cy="448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96290" y="8338566"/>
            <a:ext cx="3662934" cy="448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66576" y="8338566"/>
            <a:ext cx="3662934" cy="448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13" Type="http://schemas.openxmlformats.org/officeDocument/2006/relationships/image" Target="../media/image5.pn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12" Type="http://schemas.openxmlformats.org/officeDocument/2006/relationships/image" Target="../media/image21.jpg"/><Relationship Id="rId17" Type="http://schemas.openxmlformats.org/officeDocument/2006/relationships/image" Target="../media/image23.png"/><Relationship Id="rId2" Type="http://schemas.openxmlformats.org/officeDocument/2006/relationships/image" Target="../media/image11.jp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11" Type="http://schemas.openxmlformats.org/officeDocument/2006/relationships/image" Target="../media/image20.jpg"/><Relationship Id="rId5" Type="http://schemas.openxmlformats.org/officeDocument/2006/relationships/image" Target="../media/image14.jpg"/><Relationship Id="rId15" Type="http://schemas.openxmlformats.org/officeDocument/2006/relationships/image" Target="../media/image10.png"/><Relationship Id="rId10" Type="http://schemas.openxmlformats.org/officeDocument/2006/relationships/image" Target="../media/image19.jpg"/><Relationship Id="rId4" Type="http://schemas.openxmlformats.org/officeDocument/2006/relationships/image" Target="../media/image13.jpg"/><Relationship Id="rId9" Type="http://schemas.openxmlformats.org/officeDocument/2006/relationships/image" Target="../media/image18.jpg"/><Relationship Id="rId1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3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13" Type="http://schemas.openxmlformats.org/officeDocument/2006/relationships/image" Target="../media/image5.png"/><Relationship Id="rId3" Type="http://schemas.openxmlformats.org/officeDocument/2006/relationships/image" Target="../media/image26.jpg"/><Relationship Id="rId7" Type="http://schemas.openxmlformats.org/officeDocument/2006/relationships/image" Target="../media/image30.jpg"/><Relationship Id="rId12" Type="http://schemas.openxmlformats.org/officeDocument/2006/relationships/image" Target="../media/image10.png"/><Relationship Id="rId17" Type="http://schemas.openxmlformats.org/officeDocument/2006/relationships/image" Target="../media/image37.png"/><Relationship Id="rId2" Type="http://schemas.openxmlformats.org/officeDocument/2006/relationships/image" Target="../media/image25.jp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.jpeg"/><Relationship Id="rId5" Type="http://schemas.openxmlformats.org/officeDocument/2006/relationships/image" Target="../media/image28.png"/><Relationship Id="rId15" Type="http://schemas.openxmlformats.org/officeDocument/2006/relationships/image" Target="../media/image35.png"/><Relationship Id="rId10" Type="http://schemas.openxmlformats.org/officeDocument/2006/relationships/image" Target="../media/image33.jpg"/><Relationship Id="rId4" Type="http://schemas.openxmlformats.org/officeDocument/2006/relationships/image" Target="../media/image27.png"/><Relationship Id="rId9" Type="http://schemas.openxmlformats.org/officeDocument/2006/relationships/image" Target="../media/image32.jp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.jpeg"/><Relationship Id="rId7" Type="http://schemas.openxmlformats.org/officeDocument/2006/relationships/image" Target="../media/image40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5.png"/><Relationship Id="rId10" Type="http://schemas.openxmlformats.org/officeDocument/2006/relationships/image" Target="../media/image43.png"/><Relationship Id="rId4" Type="http://schemas.openxmlformats.org/officeDocument/2006/relationships/image" Target="../media/image10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925941C-0360-A484-8976-0C2377CE5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0" y="520700"/>
            <a:ext cx="2924583" cy="1143160"/>
          </a:xfrm>
          <a:prstGeom prst="rect">
            <a:avLst/>
          </a:prstGeom>
        </p:spPr>
      </p:pic>
      <p:pic>
        <p:nvPicPr>
          <p:cNvPr id="4" name="图片 3" descr="如何看待辽宁大学2020毕业典礼公布的新校徽？ - 知乎">
            <a:extLst>
              <a:ext uri="{FF2B5EF4-FFF2-40B4-BE49-F238E27FC236}">
                <a16:creationId xmlns:a16="http://schemas.microsoft.com/office/drawing/2014/main" id="{7FFB9D03-6F98-0509-64E5-BECD9E454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1714499" cy="17233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004DBE6-5539-9108-EB8F-3617735152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2174112"/>
            <a:ext cx="847843" cy="3238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9EF4CC9-48E7-1785-BB07-4523F9FAF6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4101" y="590063"/>
            <a:ext cx="2743583" cy="8859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B54D3C-1C71-3606-C228-FCB39D5126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9155" y="0"/>
            <a:ext cx="664945" cy="172332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7BBE5F2-921C-577B-A4C8-C80129A5ED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" y="1599854"/>
            <a:ext cx="552527" cy="6382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3F6DD74-8886-588A-211A-8697E9B014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1662540"/>
            <a:ext cx="1659155" cy="63826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4E22761-A4D5-6DA8-E6B5-A4CA07ACC51B}"/>
              </a:ext>
            </a:extLst>
          </p:cNvPr>
          <p:cNvSpPr txBox="1"/>
          <p:nvPr/>
        </p:nvSpPr>
        <p:spPr>
          <a:xfrm>
            <a:off x="12001500" y="66167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</a:rPr>
              <a:t>宋佳骏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D9BA1C-DE19-65B7-E247-A395E72E98A7}"/>
              </a:ext>
            </a:extLst>
          </p:cNvPr>
          <p:cNvSpPr txBox="1"/>
          <p:nvPr/>
        </p:nvSpPr>
        <p:spPr>
          <a:xfrm>
            <a:off x="12382500" y="71501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</a:rPr>
              <a:t>马利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F3D74C-AA2E-33CF-67AA-83DC8E26FB77}"/>
              </a:ext>
            </a:extLst>
          </p:cNvPr>
          <p:cNvSpPr txBox="1"/>
          <p:nvPr/>
        </p:nvSpPr>
        <p:spPr>
          <a:xfrm>
            <a:off x="11655251" y="7683500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+mn-ea"/>
              </a:rPr>
              <a:t>2026/5/15</a:t>
            </a:r>
            <a:endParaRPr lang="zh-CN" altLang="en-US" b="1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0" y="0"/>
            <a:ext cx="15925800" cy="8963025"/>
          </a:xfrm>
          <a:prstGeom prst="rect">
            <a:avLst/>
          </a:prstGeom>
        </p:spPr>
      </p:pic>
      <p:pic>
        <p:nvPicPr>
          <p:cNvPr id="3" name="图片 2" descr="如何看待辽宁大学2020毕业典礼公布的新校徽？ - 知乎">
            <a:extLst>
              <a:ext uri="{FF2B5EF4-FFF2-40B4-BE49-F238E27FC236}">
                <a16:creationId xmlns:a16="http://schemas.microsoft.com/office/drawing/2014/main" id="{86246948-FADC-7337-8B0A-0FBABB6F6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90699" cy="179991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CBBCF38-CDB8-B048-5241-B48817BD6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596900"/>
            <a:ext cx="2743583" cy="88594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673936C-5D80-8814-E4E5-C233FD9AE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110" y="0"/>
            <a:ext cx="386440" cy="10235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12B1C1B-55F7-194E-3258-2AF709603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1330" y="0"/>
            <a:ext cx="600159" cy="4445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F99369-AAAD-7C55-EBFA-C2CB29DEB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5570" y="899957"/>
            <a:ext cx="386441" cy="7637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FFA408A-A727-C64B-99B2-91CD741F3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801" y="1650659"/>
            <a:ext cx="600159" cy="2728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pic>
        <p:nvPicPr>
          <p:cNvPr id="3" name="图片 2" descr="如何看待辽宁大学2020毕业典礼公布的新校徽？ - 知乎">
            <a:extLst>
              <a:ext uri="{FF2B5EF4-FFF2-40B4-BE49-F238E27FC236}">
                <a16:creationId xmlns:a16="http://schemas.microsoft.com/office/drawing/2014/main" id="{A2DC6182-B84A-AABC-5D72-A44E2B6D4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90699" cy="179991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B1572E0-1E31-4349-BA25-F68D72473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596900"/>
            <a:ext cx="2743583" cy="88594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E4DDC24-2002-FB53-37D8-083E9BC17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9597" y="1596602"/>
            <a:ext cx="1000829" cy="60049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C9231D3-BDF0-96D9-F674-16A58558D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699" y="0"/>
            <a:ext cx="381001" cy="13971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90675"/>
            <a:ext cx="15925800" cy="73723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601200" cy="14192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5000" y="6562725"/>
            <a:ext cx="1495425" cy="6667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53775" y="6562725"/>
            <a:ext cx="1495425" cy="6667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39750" y="3076575"/>
            <a:ext cx="1895475" cy="8001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3925" y="7181850"/>
            <a:ext cx="4438650" cy="2476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48825" y="6886575"/>
            <a:ext cx="2895600" cy="6572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392150" y="3200400"/>
            <a:ext cx="1466850" cy="5238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5800" y="3314700"/>
            <a:ext cx="4733925" cy="2857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53400" y="3524250"/>
            <a:ext cx="304800" cy="1619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5800" y="4438650"/>
            <a:ext cx="5162550" cy="71437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39640" y="2523595"/>
            <a:ext cx="1949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380" dirty="0">
                <a:solidFill>
                  <a:srgbClr val="053485"/>
                </a:solidFill>
                <a:latin typeface="Lucida Sans Unicode"/>
                <a:cs typeface="Lucida Sans Unicode"/>
              </a:rPr>
              <a:t>0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552300" y="2523595"/>
            <a:ext cx="374586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65730" algn="l"/>
                <a:tab pos="3578225" algn="l"/>
              </a:tabLst>
            </a:pPr>
            <a:r>
              <a:rPr sz="2600" spc="-350" dirty="0">
                <a:solidFill>
                  <a:srgbClr val="000000"/>
                </a:solidFill>
              </a:rPr>
              <a:t>STM32F103C8T6</a:t>
            </a:r>
            <a:r>
              <a:rPr sz="2600" dirty="0">
                <a:solidFill>
                  <a:srgbClr val="000000"/>
                </a:solidFill>
              </a:rPr>
              <a:t>	</a:t>
            </a:r>
            <a:r>
              <a:rPr sz="2600" spc="-330" dirty="0">
                <a:solidFill>
                  <a:srgbClr val="000000"/>
                </a:solidFill>
              </a:rPr>
              <a:t>1ț</a:t>
            </a:r>
            <a:r>
              <a:rPr sz="2600" dirty="0">
                <a:solidFill>
                  <a:srgbClr val="000000"/>
                </a:solidFill>
              </a:rPr>
              <a:t>	</a:t>
            </a:r>
            <a:r>
              <a:rPr sz="2600" spc="-395" dirty="0">
                <a:solidFill>
                  <a:srgbClr val="000000"/>
                </a:solidFill>
              </a:rPr>
              <a:t>ß</a:t>
            </a:r>
            <a:endParaRPr sz="2600" dirty="0"/>
          </a:p>
        </p:txBody>
      </p:sp>
      <p:sp>
        <p:nvSpPr>
          <p:cNvPr id="15" name="object 15"/>
          <p:cNvSpPr txBox="1"/>
          <p:nvPr/>
        </p:nvSpPr>
        <p:spPr>
          <a:xfrm>
            <a:off x="8152001" y="3212041"/>
            <a:ext cx="73215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145" dirty="0">
                <a:latin typeface="Lucida Sans Unicode"/>
                <a:cs typeface="Lucida Sans Unicode"/>
              </a:rPr>
              <a:t>MPU60S0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50361" y="5132387"/>
            <a:ext cx="127952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225" dirty="0">
                <a:latin typeface="Lucida Sans Unicode"/>
                <a:cs typeface="Lucida Sans Unicode"/>
              </a:rPr>
              <a:t>STM32F103C8T6</a:t>
            </a:r>
            <a:endParaRPr sz="1550">
              <a:latin typeface="Lucida Sans Unicode"/>
              <a:cs typeface="Lucida Sans Unicode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7A91777-AB13-3A61-48C4-95A834D002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71701" y="397387"/>
            <a:ext cx="2438400" cy="787400"/>
          </a:xfrm>
          <a:prstGeom prst="rect">
            <a:avLst/>
          </a:prstGeom>
        </p:spPr>
      </p:pic>
      <p:pic>
        <p:nvPicPr>
          <p:cNvPr id="19" name="图片 18" descr="如何看待辽宁大学2020毕业典礼公布的新校徽？ - 知乎">
            <a:extLst>
              <a:ext uri="{FF2B5EF4-FFF2-40B4-BE49-F238E27FC236}">
                <a16:creationId xmlns:a16="http://schemas.microsoft.com/office/drawing/2014/main" id="{AFCE402C-1630-CB25-E0BC-EF5CE0233F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" y="0"/>
            <a:ext cx="1333499" cy="134036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9C5FC59-66EF-7101-0B8D-4D3E63F6274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0960" y="0"/>
            <a:ext cx="840740" cy="137979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592FB2A-EEE4-4B6D-C0A2-31F05C66551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1" y="1285874"/>
            <a:ext cx="2171701" cy="10430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7D87957-518A-110D-7E16-AACC496282A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8700" y="1184787"/>
            <a:ext cx="381000" cy="15557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9187F514-689F-A4D1-F54A-F60B4524264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500" y="2350946"/>
            <a:ext cx="5993130" cy="73342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3EC5E04-F323-63CD-9AE2-7A5BA9FEEA2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984" y="6434026"/>
            <a:ext cx="5249008" cy="1590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AF23A88-0869-9576-0CAE-167DC3F57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1" y="444501"/>
            <a:ext cx="1905000" cy="61515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9B372EF-7803-9A57-C01A-A68F87C78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444501"/>
            <a:ext cx="552527" cy="638264"/>
          </a:xfrm>
          <a:prstGeom prst="rect">
            <a:avLst/>
          </a:prstGeom>
        </p:spPr>
      </p:pic>
      <p:pic>
        <p:nvPicPr>
          <p:cNvPr id="5" name="图片 4" descr="如何看待辽宁大学2020毕业典礼公布的新校徽？ - 知乎">
            <a:extLst>
              <a:ext uri="{FF2B5EF4-FFF2-40B4-BE49-F238E27FC236}">
                <a16:creationId xmlns:a16="http://schemas.microsoft.com/office/drawing/2014/main" id="{30F2E2F6-798C-63F2-2F39-7F14E4A9E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390575" cy="13977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BD235D9-6BC9-8BD7-3B50-CD9E04F2F3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1282700"/>
            <a:ext cx="381000" cy="2286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B82181B-B333-9487-C0A9-02F3BDA9BB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5568" y="-1"/>
            <a:ext cx="425133" cy="11691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1350" y="1495425"/>
            <a:ext cx="8639175" cy="6191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657350" cy="12382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8391525"/>
            <a:ext cx="15925800" cy="571500"/>
            <a:chOff x="0" y="8391525"/>
            <a:chExt cx="15925800" cy="5715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97000" y="8391525"/>
              <a:ext cx="371475" cy="571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50" y="8391525"/>
              <a:ext cx="15344775" cy="4095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8391525"/>
              <a:ext cx="15925800" cy="5715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19275" y="838200"/>
            <a:ext cx="1819275" cy="1428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1525" y="3124200"/>
            <a:ext cx="4210050" cy="4095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1050" y="3619500"/>
            <a:ext cx="3286125" cy="3238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1525" y="4438650"/>
            <a:ext cx="3581400" cy="58102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310" dirty="0">
                <a:solidFill>
                  <a:srgbClr val="003172"/>
                </a:solidFill>
              </a:rPr>
              <a:t>04</a:t>
            </a:r>
            <a:r>
              <a:rPr spc="520" dirty="0">
                <a:solidFill>
                  <a:srgbClr val="003172"/>
                </a:solidFill>
              </a:rPr>
              <a:t> </a:t>
            </a:r>
            <a:r>
              <a:rPr spc="575" dirty="0"/>
              <a:t>«»i«:†—</a:t>
            </a:r>
            <a:r>
              <a:rPr spc="475" dirty="0"/>
              <a:t>'«/s»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18565" y="3938587"/>
            <a:ext cx="363156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135"/>
              </a:spcBef>
              <a:buClr>
                <a:srgbClr val="033189"/>
              </a:buClr>
              <a:buChar char="•"/>
              <a:tabLst>
                <a:tab pos="278130" algn="l"/>
              </a:tabLst>
            </a:pPr>
            <a:r>
              <a:rPr sz="2150" spc="-100" dirty="0">
                <a:latin typeface="Courier New"/>
                <a:cs typeface="Courier New"/>
              </a:rPr>
              <a:t>ÆOWÆEIE:</a:t>
            </a:r>
            <a:r>
              <a:rPr sz="2150" spc="-500" dirty="0">
                <a:latin typeface="Courier New"/>
                <a:cs typeface="Courier New"/>
              </a:rPr>
              <a:t> </a:t>
            </a:r>
            <a:r>
              <a:rPr sz="2150" spc="-145" dirty="0">
                <a:latin typeface="Courier New"/>
                <a:cs typeface="Courier New"/>
              </a:rPr>
              <a:t>2s:</a:t>
            </a:r>
            <a:r>
              <a:rPr sz="2150" spc="-770" dirty="0">
                <a:latin typeface="Courier New"/>
                <a:cs typeface="Courier New"/>
              </a:rPr>
              <a:t> </a:t>
            </a:r>
            <a:r>
              <a:rPr sz="2150" spc="-155" dirty="0">
                <a:latin typeface="Courier New"/>
                <a:cs typeface="Courier New"/>
              </a:rPr>
              <a:t>%ÆÆ|B:</a:t>
            </a:r>
            <a:r>
              <a:rPr sz="2150" spc="-660" dirty="0">
                <a:latin typeface="Courier New"/>
                <a:cs typeface="Courier New"/>
              </a:rPr>
              <a:t> </a:t>
            </a:r>
            <a:r>
              <a:rPr sz="2150" spc="-420" dirty="0">
                <a:latin typeface="Courier New"/>
                <a:cs typeface="Courier New"/>
              </a:rPr>
              <a:t>0-</a:t>
            </a:r>
            <a:r>
              <a:rPr sz="2150" spc="-445" dirty="0">
                <a:latin typeface="Courier New"/>
                <a:cs typeface="Courier New"/>
              </a:rPr>
              <a:t>90’</a:t>
            </a:r>
            <a:endParaRPr sz="2150"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4990" y="5830505"/>
            <a:ext cx="2743835" cy="1678939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83210" indent="-267970">
              <a:lnSpc>
                <a:spcPct val="100000"/>
              </a:lnSpc>
              <a:spcBef>
                <a:spcPts val="565"/>
              </a:spcBef>
              <a:buClr>
                <a:srgbClr val="002472"/>
              </a:buClr>
              <a:buChar char="•"/>
              <a:tabLst>
                <a:tab pos="283210" algn="l"/>
                <a:tab pos="1007110" algn="l"/>
              </a:tabLst>
            </a:pPr>
            <a:r>
              <a:rPr sz="1750" spc="-190" dirty="0">
                <a:latin typeface="Lucida Sans Unicode"/>
                <a:cs typeface="Lucida Sans Unicode"/>
              </a:rPr>
              <a:t>OLED</a:t>
            </a:r>
            <a:r>
              <a:rPr sz="1750" spc="-300" dirty="0">
                <a:latin typeface="Lucida Sans Unicode"/>
                <a:cs typeface="Lucida Sans Unicode"/>
              </a:rPr>
              <a:t> </a:t>
            </a:r>
            <a:r>
              <a:rPr sz="1750" spc="-50" dirty="0">
                <a:latin typeface="Lucida Sans Unicode"/>
                <a:cs typeface="Lucida Sans Unicode"/>
              </a:rPr>
              <a:t>:</a:t>
            </a:r>
            <a:r>
              <a:rPr sz="1750" dirty="0">
                <a:latin typeface="Lucida Sans Unicode"/>
                <a:cs typeface="Lucida Sans Unicode"/>
              </a:rPr>
              <a:t>	</a:t>
            </a:r>
            <a:r>
              <a:rPr sz="1750" spc="-114" dirty="0">
                <a:latin typeface="Lucida Sans Unicode"/>
                <a:cs typeface="Lucida Sans Unicode"/>
              </a:rPr>
              <a:t>PB8</a:t>
            </a:r>
            <a:r>
              <a:rPr sz="1750" spc="-145" dirty="0">
                <a:latin typeface="Lucida Sans Unicode"/>
                <a:cs typeface="Lucida Sans Unicode"/>
              </a:rPr>
              <a:t> </a:t>
            </a:r>
            <a:r>
              <a:rPr sz="1750" spc="-55" dirty="0">
                <a:solidFill>
                  <a:srgbClr val="0F0F0F"/>
                </a:solidFill>
                <a:latin typeface="Lucida Sans Unicode"/>
                <a:cs typeface="Lucida Sans Unicode"/>
              </a:rPr>
              <a:t>/</a:t>
            </a:r>
            <a:r>
              <a:rPr sz="1750" spc="-180" dirty="0">
                <a:solidFill>
                  <a:srgbClr val="0F0F0F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latin typeface="Lucida Sans Unicode"/>
                <a:cs typeface="Lucida Sans Unicode"/>
              </a:rPr>
              <a:t>PB9</a:t>
            </a:r>
            <a:endParaRPr sz="1750">
              <a:latin typeface="Lucida Sans Unicode"/>
              <a:cs typeface="Lucida Sans Unicode"/>
            </a:endParaRPr>
          </a:p>
          <a:p>
            <a:pPr marL="281940" indent="-269240">
              <a:lnSpc>
                <a:spcPct val="100000"/>
              </a:lnSpc>
              <a:spcBef>
                <a:spcPts val="500"/>
              </a:spcBef>
              <a:buClr>
                <a:srgbClr val="002170"/>
              </a:buClr>
              <a:buChar char="•"/>
              <a:tabLst>
                <a:tab pos="281940" algn="l"/>
                <a:tab pos="1348740" algn="l"/>
              </a:tabLst>
            </a:pPr>
            <a:r>
              <a:rPr sz="1850" spc="-85" dirty="0">
                <a:latin typeface="Lucida Sans Unicode"/>
                <a:cs typeface="Lucida Sans Unicode"/>
              </a:rPr>
              <a:t>NPU6050:</a:t>
            </a:r>
            <a:r>
              <a:rPr sz="1850" dirty="0">
                <a:latin typeface="Lucida Sans Unicode"/>
                <a:cs typeface="Lucida Sans Unicode"/>
              </a:rPr>
              <a:t>	</a:t>
            </a:r>
            <a:r>
              <a:rPr sz="1850" spc="-235" dirty="0">
                <a:latin typeface="Lucida Sans Unicode"/>
                <a:cs typeface="Lucida Sans Unicode"/>
              </a:rPr>
              <a:t>PB10</a:t>
            </a:r>
            <a:r>
              <a:rPr sz="1850" spc="-120" dirty="0">
                <a:latin typeface="Lucida Sans Unicode"/>
                <a:cs typeface="Lucida Sans Unicode"/>
              </a:rPr>
              <a:t> </a:t>
            </a:r>
            <a:r>
              <a:rPr sz="1850" dirty="0">
                <a:latin typeface="Lucida Sans Unicode"/>
                <a:cs typeface="Lucida Sans Unicode"/>
              </a:rPr>
              <a:t>/</a:t>
            </a:r>
            <a:r>
              <a:rPr sz="1850" spc="-340" dirty="0">
                <a:latin typeface="Lucida Sans Unicode"/>
                <a:cs typeface="Lucida Sans Unicode"/>
              </a:rPr>
              <a:t> </a:t>
            </a:r>
            <a:r>
              <a:rPr sz="1850" spc="-20" dirty="0">
                <a:latin typeface="Lucida Sans Unicode"/>
                <a:cs typeface="Lucida Sans Unicode"/>
              </a:rPr>
              <a:t>PB11</a:t>
            </a:r>
            <a:endParaRPr sz="1850">
              <a:latin typeface="Lucida Sans Unicode"/>
              <a:cs typeface="Lucida Sans Unicode"/>
            </a:endParaRPr>
          </a:p>
          <a:p>
            <a:pPr marL="290830" indent="-262890">
              <a:lnSpc>
                <a:spcPct val="100000"/>
              </a:lnSpc>
              <a:spcBef>
                <a:spcPts val="605"/>
              </a:spcBef>
              <a:buClr>
                <a:srgbClr val="053682"/>
              </a:buClr>
              <a:buChar char="•"/>
              <a:tabLst>
                <a:tab pos="290830" algn="l"/>
                <a:tab pos="1043305" algn="l"/>
                <a:tab pos="1236980" algn="l"/>
              </a:tabLst>
            </a:pPr>
            <a:r>
              <a:rPr sz="1650" spc="-25" dirty="0">
                <a:latin typeface="Lucida Sans Unicode"/>
                <a:cs typeface="Lucida Sans Unicode"/>
              </a:rPr>
              <a:t>V&amp;&amp;</a:t>
            </a:r>
            <a:r>
              <a:rPr sz="1650" dirty="0">
                <a:latin typeface="Lucida Sans Unicode"/>
                <a:cs typeface="Lucida Sans Unicode"/>
              </a:rPr>
              <a:t>	</a:t>
            </a:r>
            <a:r>
              <a:rPr sz="1650" spc="-50" dirty="0">
                <a:latin typeface="Lucida Sans Unicode"/>
                <a:cs typeface="Lucida Sans Unicode"/>
              </a:rPr>
              <a:t>:</a:t>
            </a:r>
            <a:r>
              <a:rPr sz="1650" dirty="0">
                <a:latin typeface="Lucida Sans Unicode"/>
                <a:cs typeface="Lucida Sans Unicode"/>
              </a:rPr>
              <a:t>	</a:t>
            </a:r>
            <a:r>
              <a:rPr sz="1650" spc="-25" dirty="0">
                <a:latin typeface="Lucida Sans Unicode"/>
                <a:cs typeface="Lucida Sans Unicode"/>
              </a:rPr>
              <a:t>PA0</a:t>
            </a:r>
            <a:endParaRPr sz="1650">
              <a:latin typeface="Lucida Sans Unicode"/>
              <a:cs typeface="Lucida Sans Unicode"/>
            </a:endParaRPr>
          </a:p>
          <a:p>
            <a:pPr marL="283845" indent="-271145">
              <a:lnSpc>
                <a:spcPct val="100000"/>
              </a:lnSpc>
              <a:spcBef>
                <a:spcPts val="370"/>
              </a:spcBef>
              <a:buClr>
                <a:srgbClr val="002A79"/>
              </a:buClr>
              <a:buChar char="•"/>
              <a:tabLst>
                <a:tab pos="283845" algn="l"/>
                <a:tab pos="1043940" algn="l"/>
              </a:tabLst>
            </a:pPr>
            <a:r>
              <a:rPr sz="1850" spc="-340" dirty="0">
                <a:latin typeface="Lucida Sans Unicode"/>
                <a:cs typeface="Lucida Sans Unicode"/>
              </a:rPr>
              <a:t>@Tiggg'</a:t>
            </a:r>
            <a:r>
              <a:rPr sz="1850" dirty="0">
                <a:latin typeface="Lucida Sans Unicode"/>
                <a:cs typeface="Lucida Sans Unicode"/>
              </a:rPr>
              <a:t>	</a:t>
            </a:r>
            <a:r>
              <a:rPr sz="1850" spc="-235" dirty="0">
                <a:latin typeface="Lucida Sans Unicode"/>
                <a:cs typeface="Lucida Sans Unicode"/>
              </a:rPr>
              <a:t>PA1</a:t>
            </a:r>
            <a:r>
              <a:rPr sz="1850" spc="-265" dirty="0">
                <a:latin typeface="Lucida Sans Unicode"/>
                <a:cs typeface="Lucida Sans Unicode"/>
              </a:rPr>
              <a:t> </a:t>
            </a:r>
            <a:r>
              <a:rPr sz="1850" spc="-114" dirty="0">
                <a:solidFill>
                  <a:srgbClr val="181818"/>
                </a:solidFill>
                <a:latin typeface="Lucida Sans Unicode"/>
                <a:cs typeface="Lucida Sans Unicode"/>
              </a:rPr>
              <a:t>/</a:t>
            </a:r>
            <a:r>
              <a:rPr sz="1850" spc="-300" dirty="0">
                <a:solidFill>
                  <a:srgbClr val="181818"/>
                </a:solidFill>
                <a:latin typeface="Lucida Sans Unicode"/>
                <a:cs typeface="Lucida Sans Unicode"/>
              </a:rPr>
              <a:t> </a:t>
            </a:r>
            <a:r>
              <a:rPr sz="1850" spc="-220" dirty="0">
                <a:latin typeface="Lucida Sans Unicode"/>
                <a:cs typeface="Lucida Sans Unicode"/>
              </a:rPr>
              <a:t>PA2</a:t>
            </a:r>
            <a:r>
              <a:rPr sz="1850" spc="-335" dirty="0">
                <a:latin typeface="Lucida Sans Unicode"/>
                <a:cs typeface="Lucida Sans Unicode"/>
              </a:rPr>
              <a:t> </a:t>
            </a:r>
            <a:r>
              <a:rPr sz="1850" dirty="0">
                <a:solidFill>
                  <a:srgbClr val="131313"/>
                </a:solidFill>
                <a:latin typeface="Lucida Sans Unicode"/>
                <a:cs typeface="Lucida Sans Unicode"/>
              </a:rPr>
              <a:t>/</a:t>
            </a:r>
            <a:r>
              <a:rPr sz="1850" spc="-350" dirty="0">
                <a:solidFill>
                  <a:srgbClr val="131313"/>
                </a:solidFill>
                <a:latin typeface="Lucida Sans Unicode"/>
                <a:cs typeface="Lucida Sans Unicode"/>
              </a:rPr>
              <a:t> </a:t>
            </a:r>
            <a:r>
              <a:rPr sz="1850" spc="-25" dirty="0">
                <a:latin typeface="Lucida Sans Unicode"/>
                <a:cs typeface="Lucida Sans Unicode"/>
              </a:rPr>
              <a:t>PA3</a:t>
            </a:r>
            <a:endParaRPr sz="1850">
              <a:latin typeface="Lucida Sans Unicode"/>
              <a:cs typeface="Lucida Sans Unicode"/>
            </a:endParaRPr>
          </a:p>
          <a:p>
            <a:pPr marL="292735" indent="-280035">
              <a:lnSpc>
                <a:spcPct val="100000"/>
              </a:lnSpc>
              <a:spcBef>
                <a:spcPts val="330"/>
              </a:spcBef>
              <a:buClr>
                <a:srgbClr val="003189"/>
              </a:buClr>
              <a:buChar char="•"/>
              <a:tabLst>
                <a:tab pos="292735" algn="l"/>
              </a:tabLst>
            </a:pPr>
            <a:r>
              <a:rPr sz="1850" dirty="0">
                <a:latin typeface="Lucida Sans Unicode"/>
                <a:cs typeface="Lucida Sans Unicode"/>
              </a:rPr>
              <a:t>ÆM&amp;:</a:t>
            </a:r>
            <a:r>
              <a:rPr sz="1850" spc="80" dirty="0">
                <a:latin typeface="Lucida Sans Unicode"/>
                <a:cs typeface="Lucida Sans Unicode"/>
              </a:rPr>
              <a:t> </a:t>
            </a:r>
            <a:r>
              <a:rPr sz="1850" spc="-105" dirty="0">
                <a:latin typeface="Lucida Sans Unicode"/>
                <a:cs typeface="Lucida Sans Unicode"/>
              </a:rPr>
              <a:t>PB12;</a:t>
            </a:r>
            <a:r>
              <a:rPr sz="1850" spc="135" dirty="0">
                <a:latin typeface="Lucida Sans Unicode"/>
                <a:cs typeface="Lucida Sans Unicode"/>
              </a:rPr>
              <a:t> </a:t>
            </a:r>
            <a:r>
              <a:rPr sz="1850" spc="-55" dirty="0">
                <a:latin typeface="Lucida Sans Unicode"/>
                <a:cs typeface="Lucida Sans Unicode"/>
              </a:rPr>
              <a:t>LED:</a:t>
            </a:r>
            <a:r>
              <a:rPr sz="1850" spc="40" dirty="0">
                <a:latin typeface="Lucida Sans Unicode"/>
                <a:cs typeface="Lucida Sans Unicode"/>
              </a:rPr>
              <a:t> </a:t>
            </a:r>
            <a:r>
              <a:rPr sz="1850" spc="-155" dirty="0">
                <a:latin typeface="Lucida Sans Unicode"/>
                <a:cs typeface="Lucida Sans Unicode"/>
              </a:rPr>
              <a:t>PB13</a:t>
            </a:r>
            <a:endParaRPr sz="1850">
              <a:latin typeface="Lucida Sans Unicode"/>
              <a:cs typeface="Lucida Sans Unicode"/>
            </a:endParaRPr>
          </a:p>
        </p:txBody>
      </p:sp>
      <p:pic>
        <p:nvPicPr>
          <p:cNvPr id="15" name="图片 14" descr="如何看待辽宁大学2020毕业典礼公布的新校徽？ - 知乎">
            <a:extLst>
              <a:ext uri="{FF2B5EF4-FFF2-40B4-BE49-F238E27FC236}">
                <a16:creationId xmlns:a16="http://schemas.microsoft.com/office/drawing/2014/main" id="{D09D7FB2-7A11-5AB2-6298-EE544A8EEC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" y="0"/>
            <a:ext cx="1257300" cy="126377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D13E045-80A2-3E9D-BC25-5239E06B097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8130" y="1094423"/>
            <a:ext cx="467770" cy="28066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8C6D149-F672-26EA-C9A0-0D1747A7C0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2015" y="0"/>
            <a:ext cx="405335" cy="123825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960B804-81E9-79E6-890D-EAE2F61DA7E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90701" y="444501"/>
            <a:ext cx="1905000" cy="61515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EF8F077-30CD-BB50-7603-BB5B1EDB473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1729" y="1347986"/>
            <a:ext cx="6598804" cy="613125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454A653-4C69-DC55-C78A-08D6868F14E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7454697"/>
            <a:ext cx="6598804" cy="102000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0EBD412-6D98-11B4-D5F4-4687BDBDF6B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50" y="8448407"/>
            <a:ext cx="13682470" cy="26697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72E683C-E82C-F2BD-E0CE-7325D990EDD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77224" y="7805654"/>
            <a:ext cx="2867425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pic>
        <p:nvPicPr>
          <p:cNvPr id="3" name="图片 2" descr="如何看待辽宁大学2020毕业典礼公布的新校徽？ - 知乎">
            <a:extLst>
              <a:ext uri="{FF2B5EF4-FFF2-40B4-BE49-F238E27FC236}">
                <a16:creationId xmlns:a16="http://schemas.microsoft.com/office/drawing/2014/main" id="{24826FF8-A122-2DE1-2502-A01FB056A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655182" cy="1663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26F6AAA-AD31-C588-EBEE-77BDAFBDD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183" y="0"/>
            <a:ext cx="440317" cy="16637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ACA1B7C-012E-0B8E-9687-5D48F2AF4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498" y="1511300"/>
            <a:ext cx="658402" cy="3950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9E492C-7C6A-8370-359A-15608E9AD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338" y="524272"/>
            <a:ext cx="2348681" cy="7584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BCB7B14-47F2-B695-3091-E53AEB82D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0" y="1906341"/>
            <a:ext cx="1428949" cy="47631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9263667-CDEC-E5E4-3801-1814943F1B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5300" y="2730500"/>
            <a:ext cx="7160066" cy="35052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D8763D8-0BF9-8BA3-064B-B040009E5D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3700" y="6292574"/>
            <a:ext cx="1981477" cy="27626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F266B29-2A00-6799-4939-4D4B9B77E1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92" y="2794001"/>
            <a:ext cx="6982909" cy="360783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A8F1199-BB7E-1351-F8AB-E574064385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7702" y="6370810"/>
            <a:ext cx="2962688" cy="2191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65</Words>
  <Application>Microsoft Office PowerPoint</Application>
  <PresentationFormat>自定义</PresentationFormat>
  <Paragraphs>14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Calibri</vt:lpstr>
      <vt:lpstr>Courier New</vt:lpstr>
      <vt:lpstr>Lucida Sans Unicode</vt:lpstr>
      <vt:lpstr>Office Theme</vt:lpstr>
      <vt:lpstr>PowerPoint 演示文稿</vt:lpstr>
      <vt:lpstr>PowerPoint 演示文稿</vt:lpstr>
      <vt:lpstr>PowerPoint 演示文稿</vt:lpstr>
      <vt:lpstr>STM32F103C8T6 1ț ß</vt:lpstr>
      <vt:lpstr>PowerPoint 演示文稿</vt:lpstr>
      <vt:lpstr>04 «»i«:†—'«/s»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Noothe Alex</cp:lastModifiedBy>
  <cp:revision>1</cp:revision>
  <dcterms:created xsi:type="dcterms:W3CDTF">2026-05-15T13:44:34Z</dcterms:created>
  <dcterms:modified xsi:type="dcterms:W3CDTF">2026-05-15T14:03:58Z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2026-05-15T00:00:00Z</vt:filetime>
  </property>
  <property fmtid="{D5CDD505-2E9C-101B-9397-08002B2CF9AE}" pid="3" name="LastSaved">
    <vt:filetime>2026-05-15T00:00:00Z</vt:filetime>
  </property>
  <property fmtid="{D5CDD505-2E9C-101B-9397-08002B2CF9AE}" pid="4" name="Producer">
    <vt:lpwstr>iLovePDF</vt:lpwstr>
  </property>
</Properties>
</file>